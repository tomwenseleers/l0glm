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7562850" cy="5330825"/>
  <p:notesSz cx="6858000" cy="9144000"/>
  <p:defaultTextStyle>
    <a:defPPr>
      <a:defRPr lang="en-US"/>
    </a:defPPr>
    <a:lvl1pPr marL="0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263113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526227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789341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1052454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1315568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1578681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1841794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2104908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08" d="100"/>
          <a:sy n="108" d="100"/>
        </p:scale>
        <p:origin x="-1325" y="-62"/>
      </p:cViewPr>
      <p:guideLst>
        <p:guide orient="horz" pos="1679"/>
        <p:guide pos="238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viewProps" Target="viewProps.xml"/>
<Relationship Id="rId2" Type="http://schemas.openxmlformats.org/officeDocument/2006/relationships/presProps" Target="presProps.xml"/>
<Relationship Id="rId1" Type="http://schemas.openxmlformats.org/officeDocument/2006/relationships/slideMaster" Target="slideMasters/slideMaster1.xml"/>
<Relationship Id="rId5" Type="http://schemas.openxmlformats.org/officeDocument/2006/relationships/tableStyles" Target="tableStyles.xml"/>
<Relationship Id="rId4" Type="http://schemas.openxmlformats.org/officeDocument/2006/relationships/theme" Target="theme/theme1.xml"/>
<Relationship Id="rId6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7214" y="1656014"/>
            <a:ext cx="6428422" cy="114267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4428" y="3020801"/>
            <a:ext cx="5293995" cy="136232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631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262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893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52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3155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786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417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1049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7414" y="3425550"/>
            <a:ext cx="6428422" cy="1058761"/>
          </a:xfrm>
        </p:spPr>
        <p:txBody>
          <a:bodyPr anchor="t"/>
          <a:lstStyle>
            <a:lvl1pPr algn="l">
              <a:defRPr sz="23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7414" y="2259433"/>
            <a:ext cx="6428422" cy="1166118"/>
          </a:xfrm>
        </p:spPr>
        <p:txBody>
          <a:bodyPr anchor="b"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63113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2pPr>
            <a:lvl3pPr marL="526227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89341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1052454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315568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578681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841794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2104908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9656" y="1243861"/>
            <a:ext cx="3623866" cy="3518098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59570" y="1243861"/>
            <a:ext cx="3623866" cy="3518098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143" y="213480"/>
            <a:ext cx="6806565" cy="888471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8145" y="1193267"/>
            <a:ext cx="3341572" cy="497296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263113" indent="0">
              <a:buNone/>
              <a:defRPr sz="1200" b="1"/>
            </a:lvl2pPr>
            <a:lvl3pPr marL="526227" indent="0">
              <a:buNone/>
              <a:defRPr sz="1100" b="1"/>
            </a:lvl3pPr>
            <a:lvl4pPr marL="789341" indent="0">
              <a:buNone/>
              <a:defRPr sz="900" b="1"/>
            </a:lvl4pPr>
            <a:lvl5pPr marL="1052454" indent="0">
              <a:buNone/>
              <a:defRPr sz="900" b="1"/>
            </a:lvl5pPr>
            <a:lvl6pPr marL="1315568" indent="0">
              <a:buNone/>
              <a:defRPr sz="900" b="1"/>
            </a:lvl6pPr>
            <a:lvl7pPr marL="1578681" indent="0">
              <a:buNone/>
              <a:defRPr sz="900" b="1"/>
            </a:lvl7pPr>
            <a:lvl8pPr marL="1841794" indent="0">
              <a:buNone/>
              <a:defRPr sz="900" b="1"/>
            </a:lvl8pPr>
            <a:lvl9pPr marL="2104908" indent="0">
              <a:buNone/>
              <a:defRPr sz="9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8145" y="1690563"/>
            <a:ext cx="3341572" cy="3071394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41824" y="1193267"/>
            <a:ext cx="3342886" cy="497296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263113" indent="0">
              <a:buNone/>
              <a:defRPr sz="1200" b="1"/>
            </a:lvl2pPr>
            <a:lvl3pPr marL="526227" indent="0">
              <a:buNone/>
              <a:defRPr sz="1100" b="1"/>
            </a:lvl3pPr>
            <a:lvl4pPr marL="789341" indent="0">
              <a:buNone/>
              <a:defRPr sz="900" b="1"/>
            </a:lvl4pPr>
            <a:lvl5pPr marL="1052454" indent="0">
              <a:buNone/>
              <a:defRPr sz="900" b="1"/>
            </a:lvl5pPr>
            <a:lvl6pPr marL="1315568" indent="0">
              <a:buNone/>
              <a:defRPr sz="900" b="1"/>
            </a:lvl6pPr>
            <a:lvl7pPr marL="1578681" indent="0">
              <a:buNone/>
              <a:defRPr sz="900" b="1"/>
            </a:lvl7pPr>
            <a:lvl8pPr marL="1841794" indent="0">
              <a:buNone/>
              <a:defRPr sz="900" b="1"/>
            </a:lvl8pPr>
            <a:lvl9pPr marL="2104908" indent="0">
              <a:buNone/>
              <a:defRPr sz="9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41824" y="1690563"/>
            <a:ext cx="3342886" cy="3071394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145" y="212246"/>
            <a:ext cx="2488126" cy="903279"/>
          </a:xfrm>
        </p:spPr>
        <p:txBody>
          <a:bodyPr anchor="b"/>
          <a:lstStyle>
            <a:lvl1pPr algn="l">
              <a:defRPr sz="1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56865" y="212248"/>
            <a:ext cx="4227843" cy="4549712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8145" y="1115526"/>
            <a:ext cx="2488126" cy="3646433"/>
          </a:xfrm>
        </p:spPr>
        <p:txBody>
          <a:bodyPr/>
          <a:lstStyle>
            <a:lvl1pPr marL="0" indent="0">
              <a:buNone/>
              <a:defRPr sz="800"/>
            </a:lvl1pPr>
            <a:lvl2pPr marL="263113" indent="0">
              <a:buNone/>
              <a:defRPr sz="700"/>
            </a:lvl2pPr>
            <a:lvl3pPr marL="526227" indent="0">
              <a:buNone/>
              <a:defRPr sz="600"/>
            </a:lvl3pPr>
            <a:lvl4pPr marL="789341" indent="0">
              <a:buNone/>
              <a:defRPr sz="500"/>
            </a:lvl4pPr>
            <a:lvl5pPr marL="1052454" indent="0">
              <a:buNone/>
              <a:defRPr sz="500"/>
            </a:lvl5pPr>
            <a:lvl6pPr marL="1315568" indent="0">
              <a:buNone/>
              <a:defRPr sz="500"/>
            </a:lvl6pPr>
            <a:lvl7pPr marL="1578681" indent="0">
              <a:buNone/>
              <a:defRPr sz="500"/>
            </a:lvl7pPr>
            <a:lvl8pPr marL="1841794" indent="0">
              <a:buNone/>
              <a:defRPr sz="500"/>
            </a:lvl8pPr>
            <a:lvl9pPr marL="2104908" indent="0">
              <a:buNone/>
              <a:defRPr sz="5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372" y="3731578"/>
            <a:ext cx="4537710" cy="440534"/>
          </a:xfrm>
        </p:spPr>
        <p:txBody>
          <a:bodyPr anchor="b"/>
          <a:lstStyle>
            <a:lvl1pPr algn="l">
              <a:defRPr sz="1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482372" y="476319"/>
            <a:ext cx="4537710" cy="3198495"/>
          </a:xfrm>
        </p:spPr>
        <p:txBody>
          <a:bodyPr/>
          <a:lstStyle>
            <a:lvl1pPr marL="0" indent="0">
              <a:buNone/>
              <a:defRPr sz="1800"/>
            </a:lvl1pPr>
            <a:lvl2pPr marL="263113" indent="0">
              <a:buNone/>
              <a:defRPr sz="1600"/>
            </a:lvl2pPr>
            <a:lvl3pPr marL="526227" indent="0">
              <a:buNone/>
              <a:defRPr sz="1400"/>
            </a:lvl3pPr>
            <a:lvl4pPr marL="789341" indent="0">
              <a:buNone/>
              <a:defRPr sz="1200"/>
            </a:lvl4pPr>
            <a:lvl5pPr marL="1052454" indent="0">
              <a:buNone/>
              <a:defRPr sz="1200"/>
            </a:lvl5pPr>
            <a:lvl6pPr marL="1315568" indent="0">
              <a:buNone/>
              <a:defRPr sz="1200"/>
            </a:lvl6pPr>
            <a:lvl7pPr marL="1578681" indent="0">
              <a:buNone/>
              <a:defRPr sz="1200"/>
            </a:lvl7pPr>
            <a:lvl8pPr marL="1841794" indent="0">
              <a:buNone/>
              <a:defRPr sz="1200"/>
            </a:lvl8pPr>
            <a:lvl9pPr marL="2104908" indent="0">
              <a:buNone/>
              <a:defRPr sz="12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372" y="4172112"/>
            <a:ext cx="4537710" cy="625631"/>
          </a:xfrm>
        </p:spPr>
        <p:txBody>
          <a:bodyPr/>
          <a:lstStyle>
            <a:lvl1pPr marL="0" indent="0">
              <a:buNone/>
              <a:defRPr sz="800"/>
            </a:lvl1pPr>
            <a:lvl2pPr marL="263113" indent="0">
              <a:buNone/>
              <a:defRPr sz="700"/>
            </a:lvl2pPr>
            <a:lvl3pPr marL="526227" indent="0">
              <a:buNone/>
              <a:defRPr sz="600"/>
            </a:lvl3pPr>
            <a:lvl4pPr marL="789341" indent="0">
              <a:buNone/>
              <a:defRPr sz="500"/>
            </a:lvl4pPr>
            <a:lvl5pPr marL="1052454" indent="0">
              <a:buNone/>
              <a:defRPr sz="500"/>
            </a:lvl5pPr>
            <a:lvl6pPr marL="1315568" indent="0">
              <a:buNone/>
              <a:defRPr sz="500"/>
            </a:lvl6pPr>
            <a:lvl7pPr marL="1578681" indent="0">
              <a:buNone/>
              <a:defRPr sz="500"/>
            </a:lvl7pPr>
            <a:lvl8pPr marL="1841794" indent="0">
              <a:buNone/>
              <a:defRPr sz="500"/>
            </a:lvl8pPr>
            <a:lvl9pPr marL="2104908" indent="0">
              <a:buNone/>
              <a:defRPr sz="5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39989" y="213483"/>
            <a:ext cx="1843445" cy="454847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9657" y="213483"/>
            <a:ext cx="5404287" cy="454847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8143" y="213480"/>
            <a:ext cx="6806565" cy="888471"/>
          </a:xfrm>
          <a:prstGeom prst="rect">
            <a:avLst/>
          </a:prstGeom>
        </p:spPr>
        <p:txBody>
          <a:bodyPr vert="horz" lIns="52622" tIns="26311" rIns="52622" bIns="26311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8143" y="1243861"/>
            <a:ext cx="6806565" cy="3518098"/>
          </a:xfrm>
          <a:prstGeom prst="rect">
            <a:avLst/>
          </a:prstGeom>
        </p:spPr>
        <p:txBody>
          <a:bodyPr vert="horz" lIns="52622" tIns="26311" rIns="52622" bIns="26311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8142" y="4940888"/>
            <a:ext cx="1764665" cy="283817"/>
          </a:xfrm>
          <a:prstGeom prst="rect">
            <a:avLst/>
          </a:prstGeom>
        </p:spPr>
        <p:txBody>
          <a:bodyPr vert="horz" lIns="52622" tIns="26311" rIns="52622" bIns="26311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3974" y="4940888"/>
            <a:ext cx="2394903" cy="283817"/>
          </a:xfrm>
          <a:prstGeom prst="rect">
            <a:avLst/>
          </a:prstGeom>
        </p:spPr>
        <p:txBody>
          <a:bodyPr vert="horz" lIns="52622" tIns="26311" rIns="52622" bIns="26311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20043" y="4940888"/>
            <a:ext cx="1764665" cy="283817"/>
          </a:xfrm>
          <a:prstGeom prst="rect">
            <a:avLst/>
          </a:prstGeom>
        </p:spPr>
        <p:txBody>
          <a:bodyPr vert="horz" lIns="52622" tIns="26311" rIns="52622" bIns="26311" rtlCol="0" anchor="ctr"/>
          <a:lstStyle>
            <a:lvl1pPr algn="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526227" rtl="0" eaLnBrk="1" latinLnBrk="0" hangingPunct="1">
        <a:spcBef>
          <a:spcPct val="0"/>
        </a:spcBef>
        <a:buNone/>
        <a:defRPr sz="2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7335" indent="-197335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27559" indent="-164446" algn="l" defTabSz="526227" rtl="0" eaLnBrk="1" latinLnBrk="0" hangingPunct="1">
        <a:spcBef>
          <a:spcPct val="200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57784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20897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84011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»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447125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710238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973351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236465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1pPr>
      <a:lvl2pPr marL="263113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526227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89341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052454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315568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6pPr>
      <a:lvl7pPr marL="1578681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1841794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8pPr>
      <a:lvl9pPr marL="2104908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495425" y="836612"/>
            <a:ext cx="4572000" cy="3657600"/>
            <a:chOff x="1495425" y="836612"/>
            <a:chExt cx="4572000" cy="3657600"/>
          </a:xfrm>
        </p:grpSpPr>
        <p:sp>
          <p:nvSpPr>
            <p:cNvPr id="3" name="rc3"/>
            <p:cNvSpPr/>
            <p:nvPr/>
          </p:nvSpPr>
          <p:spPr>
            <a:xfrm>
              <a:off x="1495425" y="836612"/>
              <a:ext cx="45720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495425" y="836612"/>
              <a:ext cx="4571999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7246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2027764" y="1208385"/>
              <a:ext cx="3951092" cy="278321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t6"/>
            <p:cNvSpPr/>
            <p:nvPr/>
          </p:nvSpPr>
          <p:spPr>
            <a:xfrm>
              <a:off x="3589388" y="2817329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pt7"/>
            <p:cNvSpPr/>
            <p:nvPr/>
          </p:nvSpPr>
          <p:spPr>
            <a:xfrm>
              <a:off x="3597534" y="2554436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pt8"/>
            <p:cNvSpPr/>
            <p:nvPr/>
          </p:nvSpPr>
          <p:spPr>
            <a:xfrm>
              <a:off x="4657350" y="2899059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pt9"/>
            <p:cNvSpPr/>
            <p:nvPr/>
          </p:nvSpPr>
          <p:spPr>
            <a:xfrm>
              <a:off x="3666322" y="2633552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pt10"/>
            <p:cNvSpPr/>
            <p:nvPr/>
          </p:nvSpPr>
          <p:spPr>
            <a:xfrm>
              <a:off x="4164541" y="2575251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pt11"/>
            <p:cNvSpPr/>
            <p:nvPr/>
          </p:nvSpPr>
          <p:spPr>
            <a:xfrm>
              <a:off x="3935536" y="2001285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pt12"/>
            <p:cNvSpPr/>
            <p:nvPr/>
          </p:nvSpPr>
          <p:spPr>
            <a:xfrm>
              <a:off x="3902839" y="2616904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pt13"/>
            <p:cNvSpPr/>
            <p:nvPr/>
          </p:nvSpPr>
          <p:spPr>
            <a:xfrm>
              <a:off x="3578901" y="2853266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pt14"/>
            <p:cNvSpPr/>
            <p:nvPr/>
          </p:nvSpPr>
          <p:spPr>
            <a:xfrm>
              <a:off x="3592714" y="2743651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pt15"/>
            <p:cNvSpPr/>
            <p:nvPr/>
          </p:nvSpPr>
          <p:spPr>
            <a:xfrm>
              <a:off x="3421864" y="2389961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pt16"/>
            <p:cNvSpPr/>
            <p:nvPr/>
          </p:nvSpPr>
          <p:spPr>
            <a:xfrm>
              <a:off x="3589179" y="3035002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pt17"/>
            <p:cNvSpPr/>
            <p:nvPr/>
          </p:nvSpPr>
          <p:spPr>
            <a:xfrm>
              <a:off x="3557154" y="2964575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pt18"/>
            <p:cNvSpPr/>
            <p:nvPr/>
          </p:nvSpPr>
          <p:spPr>
            <a:xfrm>
              <a:off x="3581053" y="3114756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pt19"/>
            <p:cNvSpPr/>
            <p:nvPr/>
          </p:nvSpPr>
          <p:spPr>
            <a:xfrm>
              <a:off x="3592843" y="2611256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pt20"/>
            <p:cNvSpPr/>
            <p:nvPr/>
          </p:nvSpPr>
          <p:spPr>
            <a:xfrm>
              <a:off x="3581895" y="2783954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3964180" y="2827661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3964099" y="2582866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3315462" y="3248858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3590083" y="2987108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3593702" y="3124092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3593664" y="3032692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3622867" y="3260667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3323866" y="2957501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3623562" y="2681488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3588247" y="2974166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3315697" y="3109762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3565892" y="2506858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3589545" y="3265168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3250253" y="2923150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3589685" y="2474924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3690437" y="3254309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3206876" y="2957911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3310245" y="2931402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3589685" y="2949086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3649191" y="2498721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3648421" y="2365434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3589351" y="2628824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4394025" y="2336187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3566802" y="3044543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4323710" y="2159807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3527021" y="3295719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3413351" y="2267911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4657625" y="2179416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3945375" y="2607838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4245844" y="2993352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3625931" y="3031348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3524144" y="2577364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3146074" y="2995472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4399850" y="1945111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3633371" y="2793884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3589572" y="3077583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3588882" y="3215338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3795718" y="2783262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3416289" y="3016495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3635572" y="2869169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4403088" y="2264520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3928410" y="2417815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3589392" y="2697367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3589573" y="2833733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3737192" y="2247908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3589351" y="2483762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3330826" y="2809411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3589893" y="2612529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4657516" y="1368324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3589719" y="2989836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3211321" y="3038176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4657476" y="2107692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3147036" y="3155485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3619438" y="3188498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3134267" y="2840510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3147075" y="3088227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5132268" y="1537639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3589450" y="2535711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4739121" y="1897323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3332739" y="3238530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3539161" y="3080480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3589917" y="2603857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3589968" y="2817921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3521343" y="3301021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3601482" y="3226471"/>
              <a:ext cx="63202" cy="63202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3589250" y="2886500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3610606" y="2691859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3588984" y="1964785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4701420" y="2514093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3588804" y="3127222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3589593" y="3037749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3590523" y="2451043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3218250" y="3426613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3599145" y="2839754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3596228" y="2583747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3584910" y="2991310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3335725" y="3717282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3588430" y="2430435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3146828" y="3049802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3583654" y="2696086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3588890" y="2918501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3588811" y="2951362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4657290" y="1583437"/>
              <a:ext cx="63202" cy="63202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" name="tx104"/>
            <p:cNvSpPr/>
            <p:nvPr/>
          </p:nvSpPr>
          <p:spPr>
            <a:xfrm>
              <a:off x="3858942" y="1316267"/>
              <a:ext cx="238988" cy="899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test </a:t>
              </a:r>
            </a:p>
          </p:txBody>
        </p:sp>
        <p:sp>
          <p:nvSpPr>
            <p:cNvPr id="105" name="tx105"/>
            <p:cNvSpPr/>
            <p:nvPr/>
          </p:nvSpPr>
          <p:spPr>
            <a:xfrm>
              <a:off x="4097930" y="1406242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06" name="tx106"/>
            <p:cNvSpPr/>
            <p:nvPr/>
          </p:nvSpPr>
          <p:spPr>
            <a:xfrm>
              <a:off x="4132574" y="1315711"/>
              <a:ext cx="91334" cy="905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107" name="tx107"/>
            <p:cNvSpPr/>
            <p:nvPr/>
          </p:nvSpPr>
          <p:spPr>
            <a:xfrm>
              <a:off x="4223909" y="1280307"/>
              <a:ext cx="49236" cy="636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7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08" name="tx108"/>
            <p:cNvSpPr/>
            <p:nvPr/>
          </p:nvSpPr>
          <p:spPr>
            <a:xfrm>
              <a:off x="4273145" y="1406242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09" name="tx109"/>
            <p:cNvSpPr/>
            <p:nvPr/>
          </p:nvSpPr>
          <p:spPr>
            <a:xfrm>
              <a:off x="4307789" y="1368387"/>
              <a:ext cx="144134" cy="37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= </a:t>
              </a:r>
            </a:p>
          </p:txBody>
        </p:sp>
        <p:sp>
          <p:nvSpPr>
            <p:cNvPr id="110" name="tx110"/>
            <p:cNvSpPr/>
            <p:nvPr/>
          </p:nvSpPr>
          <p:spPr>
            <a:xfrm>
              <a:off x="4451924" y="1406242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11" name="tx111"/>
            <p:cNvSpPr/>
            <p:nvPr/>
          </p:nvSpPr>
          <p:spPr>
            <a:xfrm>
              <a:off x="4486568" y="1315340"/>
              <a:ext cx="140675" cy="909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42</a:t>
              </a:r>
            </a:p>
          </p:txBody>
        </p:sp>
        <p:sp>
          <p:nvSpPr>
            <p:cNvPr id="112" name="tx112"/>
            <p:cNvSpPr/>
            <p:nvPr/>
          </p:nvSpPr>
          <p:spPr>
            <a:xfrm>
              <a:off x="4627244" y="1406242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13" name="tx113"/>
            <p:cNvSpPr/>
            <p:nvPr/>
          </p:nvSpPr>
          <p:spPr>
            <a:xfrm>
              <a:off x="4661888" y="1296258"/>
              <a:ext cx="931252" cy="1099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%, test RMSE = </a:t>
              </a:r>
            </a:p>
          </p:txBody>
        </p:sp>
        <p:sp>
          <p:nvSpPr>
            <p:cNvPr id="114" name="tx114"/>
            <p:cNvSpPr/>
            <p:nvPr/>
          </p:nvSpPr>
          <p:spPr>
            <a:xfrm>
              <a:off x="5593140" y="1406242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15" name="tx115"/>
            <p:cNvSpPr/>
            <p:nvPr/>
          </p:nvSpPr>
          <p:spPr>
            <a:xfrm>
              <a:off x="5627784" y="1313796"/>
              <a:ext cx="246152" cy="924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0.56</a:t>
              </a:r>
            </a:p>
          </p:txBody>
        </p:sp>
        <p:sp>
          <p:nvSpPr>
            <p:cNvPr id="116" name="tx116"/>
            <p:cNvSpPr/>
            <p:nvPr/>
          </p:nvSpPr>
          <p:spPr>
            <a:xfrm>
              <a:off x="5873936" y="1406242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17" name="tx117"/>
            <p:cNvSpPr/>
            <p:nvPr/>
          </p:nvSpPr>
          <p:spPr>
            <a:xfrm>
              <a:off x="5908580" y="1406242"/>
              <a:ext cx="70276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</a:t>
              </a:r>
            </a:p>
          </p:txBody>
        </p:sp>
        <p:sp>
          <p:nvSpPr>
            <p:cNvPr id="118" name="tx118"/>
            <p:cNvSpPr/>
            <p:nvPr/>
          </p:nvSpPr>
          <p:spPr>
            <a:xfrm>
              <a:off x="3858942" y="1316267"/>
              <a:ext cx="238988" cy="899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test </a:t>
              </a:r>
            </a:p>
          </p:txBody>
        </p:sp>
        <p:sp>
          <p:nvSpPr>
            <p:cNvPr id="119" name="tx119"/>
            <p:cNvSpPr/>
            <p:nvPr/>
          </p:nvSpPr>
          <p:spPr>
            <a:xfrm>
              <a:off x="4097930" y="1406242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20" name="tx120"/>
            <p:cNvSpPr/>
            <p:nvPr/>
          </p:nvSpPr>
          <p:spPr>
            <a:xfrm>
              <a:off x="4132574" y="1315711"/>
              <a:ext cx="91334" cy="905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121" name="tx121"/>
            <p:cNvSpPr/>
            <p:nvPr/>
          </p:nvSpPr>
          <p:spPr>
            <a:xfrm>
              <a:off x="4223909" y="1280307"/>
              <a:ext cx="49236" cy="636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7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22" name="tx122"/>
            <p:cNvSpPr/>
            <p:nvPr/>
          </p:nvSpPr>
          <p:spPr>
            <a:xfrm>
              <a:off x="4273145" y="1406242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23" name="tx123"/>
            <p:cNvSpPr/>
            <p:nvPr/>
          </p:nvSpPr>
          <p:spPr>
            <a:xfrm>
              <a:off x="4307789" y="1368387"/>
              <a:ext cx="144134" cy="37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= </a:t>
              </a:r>
            </a:p>
          </p:txBody>
        </p:sp>
        <p:sp>
          <p:nvSpPr>
            <p:cNvPr id="124" name="tx124"/>
            <p:cNvSpPr/>
            <p:nvPr/>
          </p:nvSpPr>
          <p:spPr>
            <a:xfrm>
              <a:off x="4451924" y="1406242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25" name="tx125"/>
            <p:cNvSpPr/>
            <p:nvPr/>
          </p:nvSpPr>
          <p:spPr>
            <a:xfrm>
              <a:off x="4486568" y="1315340"/>
              <a:ext cx="140675" cy="909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42</a:t>
              </a:r>
            </a:p>
          </p:txBody>
        </p:sp>
        <p:sp>
          <p:nvSpPr>
            <p:cNvPr id="126" name="tx126"/>
            <p:cNvSpPr/>
            <p:nvPr/>
          </p:nvSpPr>
          <p:spPr>
            <a:xfrm>
              <a:off x="4627244" y="1406242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27" name="tx127"/>
            <p:cNvSpPr/>
            <p:nvPr/>
          </p:nvSpPr>
          <p:spPr>
            <a:xfrm>
              <a:off x="4661888" y="1296258"/>
              <a:ext cx="931252" cy="1099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%, test RMSE = </a:t>
              </a:r>
            </a:p>
          </p:txBody>
        </p:sp>
        <p:sp>
          <p:nvSpPr>
            <p:cNvPr id="128" name="tx128"/>
            <p:cNvSpPr/>
            <p:nvPr/>
          </p:nvSpPr>
          <p:spPr>
            <a:xfrm>
              <a:off x="5593140" y="1406242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29" name="tx129"/>
            <p:cNvSpPr/>
            <p:nvPr/>
          </p:nvSpPr>
          <p:spPr>
            <a:xfrm>
              <a:off x="5627784" y="1313796"/>
              <a:ext cx="246152" cy="924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0.56</a:t>
              </a:r>
            </a:p>
          </p:txBody>
        </p:sp>
        <p:sp>
          <p:nvSpPr>
            <p:cNvPr id="130" name="tx130"/>
            <p:cNvSpPr/>
            <p:nvPr/>
          </p:nvSpPr>
          <p:spPr>
            <a:xfrm>
              <a:off x="5873936" y="1406242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31" name="tx131"/>
            <p:cNvSpPr/>
            <p:nvPr/>
          </p:nvSpPr>
          <p:spPr>
            <a:xfrm>
              <a:off x="5908580" y="1406242"/>
              <a:ext cx="70276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</a:t>
              </a:r>
            </a:p>
          </p:txBody>
        </p:sp>
        <p:sp>
          <p:nvSpPr>
            <p:cNvPr id="132" name="tx132"/>
            <p:cNvSpPr/>
            <p:nvPr/>
          </p:nvSpPr>
          <p:spPr>
            <a:xfrm>
              <a:off x="3858942" y="1316267"/>
              <a:ext cx="238988" cy="899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test </a:t>
              </a:r>
            </a:p>
          </p:txBody>
        </p:sp>
        <p:sp>
          <p:nvSpPr>
            <p:cNvPr id="133" name="tx133"/>
            <p:cNvSpPr/>
            <p:nvPr/>
          </p:nvSpPr>
          <p:spPr>
            <a:xfrm>
              <a:off x="4097930" y="1406242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34" name="tx134"/>
            <p:cNvSpPr/>
            <p:nvPr/>
          </p:nvSpPr>
          <p:spPr>
            <a:xfrm>
              <a:off x="4132574" y="1315711"/>
              <a:ext cx="91334" cy="905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135" name="tx135"/>
            <p:cNvSpPr/>
            <p:nvPr/>
          </p:nvSpPr>
          <p:spPr>
            <a:xfrm>
              <a:off x="4223909" y="1280307"/>
              <a:ext cx="49236" cy="636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7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36" name="tx136"/>
            <p:cNvSpPr/>
            <p:nvPr/>
          </p:nvSpPr>
          <p:spPr>
            <a:xfrm>
              <a:off x="4273145" y="1406242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37" name="tx137"/>
            <p:cNvSpPr/>
            <p:nvPr/>
          </p:nvSpPr>
          <p:spPr>
            <a:xfrm>
              <a:off x="4307789" y="1368387"/>
              <a:ext cx="144134" cy="37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= </a:t>
              </a:r>
            </a:p>
          </p:txBody>
        </p:sp>
        <p:sp>
          <p:nvSpPr>
            <p:cNvPr id="138" name="tx138"/>
            <p:cNvSpPr/>
            <p:nvPr/>
          </p:nvSpPr>
          <p:spPr>
            <a:xfrm>
              <a:off x="4451924" y="1406242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39" name="tx139"/>
            <p:cNvSpPr/>
            <p:nvPr/>
          </p:nvSpPr>
          <p:spPr>
            <a:xfrm>
              <a:off x="4486568" y="1315340"/>
              <a:ext cx="140675" cy="909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42</a:t>
              </a:r>
            </a:p>
          </p:txBody>
        </p:sp>
        <p:sp>
          <p:nvSpPr>
            <p:cNvPr id="140" name="tx140"/>
            <p:cNvSpPr/>
            <p:nvPr/>
          </p:nvSpPr>
          <p:spPr>
            <a:xfrm>
              <a:off x="4627244" y="1406242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41" name="tx141"/>
            <p:cNvSpPr/>
            <p:nvPr/>
          </p:nvSpPr>
          <p:spPr>
            <a:xfrm>
              <a:off x="4661888" y="1296258"/>
              <a:ext cx="931252" cy="1099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%, test RMSE = </a:t>
              </a:r>
            </a:p>
          </p:txBody>
        </p:sp>
        <p:sp>
          <p:nvSpPr>
            <p:cNvPr id="142" name="tx142"/>
            <p:cNvSpPr/>
            <p:nvPr/>
          </p:nvSpPr>
          <p:spPr>
            <a:xfrm>
              <a:off x="5593140" y="1406242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43" name="tx143"/>
            <p:cNvSpPr/>
            <p:nvPr/>
          </p:nvSpPr>
          <p:spPr>
            <a:xfrm>
              <a:off x="5627784" y="1313796"/>
              <a:ext cx="246152" cy="924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0.56</a:t>
              </a:r>
            </a:p>
          </p:txBody>
        </p:sp>
        <p:sp>
          <p:nvSpPr>
            <p:cNvPr id="144" name="tx144"/>
            <p:cNvSpPr/>
            <p:nvPr/>
          </p:nvSpPr>
          <p:spPr>
            <a:xfrm>
              <a:off x="5873936" y="1406242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45" name="tx145"/>
            <p:cNvSpPr/>
            <p:nvPr/>
          </p:nvSpPr>
          <p:spPr>
            <a:xfrm>
              <a:off x="5908580" y="1406242"/>
              <a:ext cx="70276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</a:t>
              </a:r>
            </a:p>
          </p:txBody>
        </p:sp>
        <p:sp>
          <p:nvSpPr>
            <p:cNvPr id="146" name="tx146"/>
            <p:cNvSpPr/>
            <p:nvPr/>
          </p:nvSpPr>
          <p:spPr>
            <a:xfrm>
              <a:off x="3437037" y="1446000"/>
              <a:ext cx="449940" cy="1171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training </a:t>
              </a:r>
            </a:p>
          </p:txBody>
        </p:sp>
        <p:sp>
          <p:nvSpPr>
            <p:cNvPr id="147" name="tx147"/>
            <p:cNvSpPr/>
            <p:nvPr/>
          </p:nvSpPr>
          <p:spPr>
            <a:xfrm>
              <a:off x="3886978" y="1563147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48" name="tx148"/>
            <p:cNvSpPr/>
            <p:nvPr/>
          </p:nvSpPr>
          <p:spPr>
            <a:xfrm>
              <a:off x="3921622" y="1472616"/>
              <a:ext cx="91334" cy="905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149" name="tx149"/>
            <p:cNvSpPr/>
            <p:nvPr/>
          </p:nvSpPr>
          <p:spPr>
            <a:xfrm>
              <a:off x="4012956" y="1437212"/>
              <a:ext cx="49236" cy="636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7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50" name="tx150"/>
            <p:cNvSpPr/>
            <p:nvPr/>
          </p:nvSpPr>
          <p:spPr>
            <a:xfrm>
              <a:off x="4062193" y="1563147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51" name="tx151"/>
            <p:cNvSpPr/>
            <p:nvPr/>
          </p:nvSpPr>
          <p:spPr>
            <a:xfrm>
              <a:off x="4096837" y="1525292"/>
              <a:ext cx="144134" cy="37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= </a:t>
              </a:r>
            </a:p>
          </p:txBody>
        </p:sp>
        <p:sp>
          <p:nvSpPr>
            <p:cNvPr id="152" name="tx152"/>
            <p:cNvSpPr/>
            <p:nvPr/>
          </p:nvSpPr>
          <p:spPr>
            <a:xfrm>
              <a:off x="4240971" y="1563147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53" name="tx153"/>
            <p:cNvSpPr/>
            <p:nvPr/>
          </p:nvSpPr>
          <p:spPr>
            <a:xfrm>
              <a:off x="4275615" y="1470701"/>
              <a:ext cx="140675" cy="924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46</a:t>
              </a:r>
            </a:p>
          </p:txBody>
        </p:sp>
        <p:sp>
          <p:nvSpPr>
            <p:cNvPr id="154" name="tx154"/>
            <p:cNvSpPr/>
            <p:nvPr/>
          </p:nvSpPr>
          <p:spPr>
            <a:xfrm>
              <a:off x="4416291" y="1563147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55" name="tx155"/>
            <p:cNvSpPr/>
            <p:nvPr/>
          </p:nvSpPr>
          <p:spPr>
            <a:xfrm>
              <a:off x="4450935" y="1444456"/>
              <a:ext cx="1142204" cy="118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%, training RMSE = </a:t>
              </a:r>
            </a:p>
          </p:txBody>
        </p:sp>
        <p:sp>
          <p:nvSpPr>
            <p:cNvPr id="156" name="tx156"/>
            <p:cNvSpPr/>
            <p:nvPr/>
          </p:nvSpPr>
          <p:spPr>
            <a:xfrm>
              <a:off x="5593140" y="1563147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57" name="tx157"/>
            <p:cNvSpPr/>
            <p:nvPr/>
          </p:nvSpPr>
          <p:spPr>
            <a:xfrm>
              <a:off x="5627784" y="1470701"/>
              <a:ext cx="246152" cy="924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0.47</a:t>
              </a:r>
            </a:p>
          </p:txBody>
        </p:sp>
        <p:sp>
          <p:nvSpPr>
            <p:cNvPr id="158" name="tx158"/>
            <p:cNvSpPr/>
            <p:nvPr/>
          </p:nvSpPr>
          <p:spPr>
            <a:xfrm>
              <a:off x="5873936" y="1563147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59" name="tx159"/>
            <p:cNvSpPr/>
            <p:nvPr/>
          </p:nvSpPr>
          <p:spPr>
            <a:xfrm>
              <a:off x="5908580" y="1563147"/>
              <a:ext cx="70276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</a:t>
              </a:r>
            </a:p>
          </p:txBody>
        </p:sp>
        <p:sp>
          <p:nvSpPr>
            <p:cNvPr id="160" name="tx160"/>
            <p:cNvSpPr/>
            <p:nvPr/>
          </p:nvSpPr>
          <p:spPr>
            <a:xfrm>
              <a:off x="3437037" y="1446000"/>
              <a:ext cx="449940" cy="1171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training </a:t>
              </a:r>
            </a:p>
          </p:txBody>
        </p:sp>
        <p:sp>
          <p:nvSpPr>
            <p:cNvPr id="161" name="tx161"/>
            <p:cNvSpPr/>
            <p:nvPr/>
          </p:nvSpPr>
          <p:spPr>
            <a:xfrm>
              <a:off x="3886978" y="1563147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62" name="tx162"/>
            <p:cNvSpPr/>
            <p:nvPr/>
          </p:nvSpPr>
          <p:spPr>
            <a:xfrm>
              <a:off x="3921622" y="1472616"/>
              <a:ext cx="91334" cy="905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163" name="tx163"/>
            <p:cNvSpPr/>
            <p:nvPr/>
          </p:nvSpPr>
          <p:spPr>
            <a:xfrm>
              <a:off x="4012956" y="1437212"/>
              <a:ext cx="49236" cy="636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7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64" name="tx164"/>
            <p:cNvSpPr/>
            <p:nvPr/>
          </p:nvSpPr>
          <p:spPr>
            <a:xfrm>
              <a:off x="4062193" y="1563147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65" name="tx165"/>
            <p:cNvSpPr/>
            <p:nvPr/>
          </p:nvSpPr>
          <p:spPr>
            <a:xfrm>
              <a:off x="4096837" y="1525292"/>
              <a:ext cx="144134" cy="37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= </a:t>
              </a:r>
            </a:p>
          </p:txBody>
        </p:sp>
        <p:sp>
          <p:nvSpPr>
            <p:cNvPr id="166" name="tx166"/>
            <p:cNvSpPr/>
            <p:nvPr/>
          </p:nvSpPr>
          <p:spPr>
            <a:xfrm>
              <a:off x="4240971" y="1563147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67" name="tx167"/>
            <p:cNvSpPr/>
            <p:nvPr/>
          </p:nvSpPr>
          <p:spPr>
            <a:xfrm>
              <a:off x="4275615" y="1470701"/>
              <a:ext cx="140675" cy="924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46</a:t>
              </a:r>
            </a:p>
          </p:txBody>
        </p:sp>
        <p:sp>
          <p:nvSpPr>
            <p:cNvPr id="168" name="tx168"/>
            <p:cNvSpPr/>
            <p:nvPr/>
          </p:nvSpPr>
          <p:spPr>
            <a:xfrm>
              <a:off x="4416291" y="1563147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69" name="tx169"/>
            <p:cNvSpPr/>
            <p:nvPr/>
          </p:nvSpPr>
          <p:spPr>
            <a:xfrm>
              <a:off x="4450935" y="1444456"/>
              <a:ext cx="1142204" cy="118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%, training RMSE = </a:t>
              </a:r>
            </a:p>
          </p:txBody>
        </p:sp>
        <p:sp>
          <p:nvSpPr>
            <p:cNvPr id="170" name="tx170"/>
            <p:cNvSpPr/>
            <p:nvPr/>
          </p:nvSpPr>
          <p:spPr>
            <a:xfrm>
              <a:off x="5593140" y="1563147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71" name="tx171"/>
            <p:cNvSpPr/>
            <p:nvPr/>
          </p:nvSpPr>
          <p:spPr>
            <a:xfrm>
              <a:off x="5627784" y="1470701"/>
              <a:ext cx="246152" cy="924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0.47</a:t>
              </a:r>
            </a:p>
          </p:txBody>
        </p:sp>
        <p:sp>
          <p:nvSpPr>
            <p:cNvPr id="172" name="tx172"/>
            <p:cNvSpPr/>
            <p:nvPr/>
          </p:nvSpPr>
          <p:spPr>
            <a:xfrm>
              <a:off x="5873936" y="1563147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73" name="tx173"/>
            <p:cNvSpPr/>
            <p:nvPr/>
          </p:nvSpPr>
          <p:spPr>
            <a:xfrm>
              <a:off x="5908580" y="1563147"/>
              <a:ext cx="70276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</a:t>
              </a:r>
            </a:p>
          </p:txBody>
        </p:sp>
        <p:sp>
          <p:nvSpPr>
            <p:cNvPr id="174" name="tx174"/>
            <p:cNvSpPr/>
            <p:nvPr/>
          </p:nvSpPr>
          <p:spPr>
            <a:xfrm>
              <a:off x="3437037" y="1446000"/>
              <a:ext cx="449940" cy="1171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training </a:t>
              </a:r>
            </a:p>
          </p:txBody>
        </p:sp>
        <p:sp>
          <p:nvSpPr>
            <p:cNvPr id="175" name="tx175"/>
            <p:cNvSpPr/>
            <p:nvPr/>
          </p:nvSpPr>
          <p:spPr>
            <a:xfrm>
              <a:off x="3886978" y="1563147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76" name="tx176"/>
            <p:cNvSpPr/>
            <p:nvPr/>
          </p:nvSpPr>
          <p:spPr>
            <a:xfrm>
              <a:off x="3921622" y="1472616"/>
              <a:ext cx="91334" cy="905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177" name="tx177"/>
            <p:cNvSpPr/>
            <p:nvPr/>
          </p:nvSpPr>
          <p:spPr>
            <a:xfrm>
              <a:off x="4012956" y="1437212"/>
              <a:ext cx="49236" cy="636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7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78" name="tx178"/>
            <p:cNvSpPr/>
            <p:nvPr/>
          </p:nvSpPr>
          <p:spPr>
            <a:xfrm>
              <a:off x="4062193" y="1563147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79" name="tx179"/>
            <p:cNvSpPr/>
            <p:nvPr/>
          </p:nvSpPr>
          <p:spPr>
            <a:xfrm>
              <a:off x="4096837" y="1525292"/>
              <a:ext cx="144134" cy="37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= </a:t>
              </a:r>
            </a:p>
          </p:txBody>
        </p:sp>
        <p:sp>
          <p:nvSpPr>
            <p:cNvPr id="180" name="tx180"/>
            <p:cNvSpPr/>
            <p:nvPr/>
          </p:nvSpPr>
          <p:spPr>
            <a:xfrm>
              <a:off x="4240971" y="1563147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81" name="tx181"/>
            <p:cNvSpPr/>
            <p:nvPr/>
          </p:nvSpPr>
          <p:spPr>
            <a:xfrm>
              <a:off x="4275615" y="1470701"/>
              <a:ext cx="140675" cy="924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46</a:t>
              </a:r>
            </a:p>
          </p:txBody>
        </p:sp>
        <p:sp>
          <p:nvSpPr>
            <p:cNvPr id="182" name="tx182"/>
            <p:cNvSpPr/>
            <p:nvPr/>
          </p:nvSpPr>
          <p:spPr>
            <a:xfrm>
              <a:off x="4416291" y="1563147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83" name="tx183"/>
            <p:cNvSpPr/>
            <p:nvPr/>
          </p:nvSpPr>
          <p:spPr>
            <a:xfrm>
              <a:off x="4450935" y="1444456"/>
              <a:ext cx="1142204" cy="118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%, training RMSE = </a:t>
              </a:r>
            </a:p>
          </p:txBody>
        </p:sp>
        <p:sp>
          <p:nvSpPr>
            <p:cNvPr id="184" name="tx184"/>
            <p:cNvSpPr/>
            <p:nvPr/>
          </p:nvSpPr>
          <p:spPr>
            <a:xfrm>
              <a:off x="5593140" y="1563147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85" name="tx185"/>
            <p:cNvSpPr/>
            <p:nvPr/>
          </p:nvSpPr>
          <p:spPr>
            <a:xfrm>
              <a:off x="5627784" y="1470701"/>
              <a:ext cx="246152" cy="924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0.47</a:t>
              </a:r>
            </a:p>
          </p:txBody>
        </p:sp>
        <p:sp>
          <p:nvSpPr>
            <p:cNvPr id="186" name="tx186"/>
            <p:cNvSpPr/>
            <p:nvPr/>
          </p:nvSpPr>
          <p:spPr>
            <a:xfrm>
              <a:off x="5873936" y="1563147"/>
              <a:ext cx="34644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87" name="tx187"/>
            <p:cNvSpPr/>
            <p:nvPr/>
          </p:nvSpPr>
          <p:spPr>
            <a:xfrm>
              <a:off x="5908580" y="1563147"/>
              <a:ext cx="70276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</a:t>
              </a:r>
            </a:p>
          </p:txBody>
        </p:sp>
        <p:sp>
          <p:nvSpPr>
            <p:cNvPr id="188" name="rc188"/>
            <p:cNvSpPr/>
            <p:nvPr/>
          </p:nvSpPr>
          <p:spPr>
            <a:xfrm>
              <a:off x="2027764" y="1208385"/>
              <a:ext cx="3951092" cy="2783212"/>
            </a:xfrm>
            <a:prstGeom prst="rect">
              <a:avLst/>
            </a:prstGeom>
            <a:ln w="17246" cap="rnd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tx189"/>
            <p:cNvSpPr/>
            <p:nvPr/>
          </p:nvSpPr>
          <p:spPr>
            <a:xfrm>
              <a:off x="1868946" y="3369622"/>
              <a:ext cx="79107" cy="1022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190" name="tx190"/>
            <p:cNvSpPr/>
            <p:nvPr/>
          </p:nvSpPr>
          <p:spPr>
            <a:xfrm>
              <a:off x="1868946" y="2922304"/>
              <a:ext cx="79107" cy="1022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91" name="tx191"/>
            <p:cNvSpPr/>
            <p:nvPr/>
          </p:nvSpPr>
          <p:spPr>
            <a:xfrm>
              <a:off x="1868946" y="2658026"/>
              <a:ext cx="79107" cy="1040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192" name="tx192"/>
            <p:cNvSpPr/>
            <p:nvPr/>
          </p:nvSpPr>
          <p:spPr>
            <a:xfrm>
              <a:off x="1868946" y="2473796"/>
              <a:ext cx="79107" cy="1018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193" name="tx193"/>
            <p:cNvSpPr/>
            <p:nvPr/>
          </p:nvSpPr>
          <p:spPr>
            <a:xfrm>
              <a:off x="1868946" y="2328730"/>
              <a:ext cx="79107" cy="102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194" name="tx194"/>
            <p:cNvSpPr/>
            <p:nvPr/>
          </p:nvSpPr>
          <p:spPr>
            <a:xfrm>
              <a:off x="1868946" y="2208632"/>
              <a:ext cx="79107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195" name="tx195"/>
            <p:cNvSpPr/>
            <p:nvPr/>
          </p:nvSpPr>
          <p:spPr>
            <a:xfrm>
              <a:off x="1868946" y="2112062"/>
              <a:ext cx="79107" cy="1004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</a:t>
              </a:r>
            </a:p>
          </p:txBody>
        </p:sp>
        <p:sp>
          <p:nvSpPr>
            <p:cNvPr id="196" name="tx196"/>
            <p:cNvSpPr/>
            <p:nvPr/>
          </p:nvSpPr>
          <p:spPr>
            <a:xfrm>
              <a:off x="1868946" y="2021910"/>
              <a:ext cx="79107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197" name="tx197"/>
            <p:cNvSpPr/>
            <p:nvPr/>
          </p:nvSpPr>
          <p:spPr>
            <a:xfrm>
              <a:off x="1868946" y="1945442"/>
              <a:ext cx="79107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9</a:t>
              </a:r>
            </a:p>
          </p:txBody>
        </p:sp>
        <p:sp>
          <p:nvSpPr>
            <p:cNvPr id="198" name="tx198"/>
            <p:cNvSpPr/>
            <p:nvPr/>
          </p:nvSpPr>
          <p:spPr>
            <a:xfrm>
              <a:off x="1789839" y="1877030"/>
              <a:ext cx="158214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99" name="tx199"/>
            <p:cNvSpPr/>
            <p:nvPr/>
          </p:nvSpPr>
          <p:spPr>
            <a:xfrm>
              <a:off x="1789839" y="1760366"/>
              <a:ext cx="158214" cy="1022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200" name="tx200"/>
            <p:cNvSpPr/>
            <p:nvPr/>
          </p:nvSpPr>
          <p:spPr>
            <a:xfrm>
              <a:off x="1789839" y="1613695"/>
              <a:ext cx="158214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201" name="tx201"/>
            <p:cNvSpPr/>
            <p:nvPr/>
          </p:nvSpPr>
          <p:spPr>
            <a:xfrm>
              <a:off x="1789839" y="1426810"/>
              <a:ext cx="158214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202" name="pl202"/>
            <p:cNvSpPr/>
            <p:nvPr/>
          </p:nvSpPr>
          <p:spPr>
            <a:xfrm>
              <a:off x="1983481" y="3420948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l203"/>
            <p:cNvSpPr/>
            <p:nvPr/>
          </p:nvSpPr>
          <p:spPr>
            <a:xfrm>
              <a:off x="1983481" y="2973630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l204"/>
            <p:cNvSpPr/>
            <p:nvPr/>
          </p:nvSpPr>
          <p:spPr>
            <a:xfrm>
              <a:off x="1983481" y="2711158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l205"/>
            <p:cNvSpPr/>
            <p:nvPr/>
          </p:nvSpPr>
          <p:spPr>
            <a:xfrm>
              <a:off x="1983481" y="2524705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l206"/>
            <p:cNvSpPr/>
            <p:nvPr/>
          </p:nvSpPr>
          <p:spPr>
            <a:xfrm>
              <a:off x="1983481" y="2379987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l207"/>
            <p:cNvSpPr/>
            <p:nvPr/>
          </p:nvSpPr>
          <p:spPr>
            <a:xfrm>
              <a:off x="1983481" y="2261694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l208"/>
            <p:cNvSpPr/>
            <p:nvPr/>
          </p:nvSpPr>
          <p:spPr>
            <a:xfrm>
              <a:off x="1983481" y="2161651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l209"/>
            <p:cNvSpPr/>
            <p:nvPr/>
          </p:nvSpPr>
          <p:spPr>
            <a:xfrm>
              <a:off x="1983481" y="2074972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l210"/>
            <p:cNvSpPr/>
            <p:nvPr/>
          </p:nvSpPr>
          <p:spPr>
            <a:xfrm>
              <a:off x="1983481" y="1998504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l211"/>
            <p:cNvSpPr/>
            <p:nvPr/>
          </p:nvSpPr>
          <p:spPr>
            <a:xfrm>
              <a:off x="1983481" y="1930092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l212"/>
            <p:cNvSpPr/>
            <p:nvPr/>
          </p:nvSpPr>
          <p:spPr>
            <a:xfrm>
              <a:off x="1983481" y="1811691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l213"/>
            <p:cNvSpPr/>
            <p:nvPr/>
          </p:nvSpPr>
          <p:spPr>
            <a:xfrm>
              <a:off x="1983481" y="1666757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l214"/>
            <p:cNvSpPr/>
            <p:nvPr/>
          </p:nvSpPr>
          <p:spPr>
            <a:xfrm>
              <a:off x="1983481" y="1479873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l215"/>
            <p:cNvSpPr/>
            <p:nvPr/>
          </p:nvSpPr>
          <p:spPr>
            <a:xfrm>
              <a:off x="2837868" y="3991598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l216"/>
            <p:cNvSpPr/>
            <p:nvPr/>
          </p:nvSpPr>
          <p:spPr>
            <a:xfrm>
              <a:off x="3472887" y="3991598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l217"/>
            <p:cNvSpPr/>
            <p:nvPr/>
          </p:nvSpPr>
          <p:spPr>
            <a:xfrm>
              <a:off x="3845497" y="3991598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l218"/>
            <p:cNvSpPr/>
            <p:nvPr/>
          </p:nvSpPr>
          <p:spPr>
            <a:xfrm>
              <a:off x="4110188" y="3991598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l219"/>
            <p:cNvSpPr/>
            <p:nvPr/>
          </p:nvSpPr>
          <p:spPr>
            <a:xfrm>
              <a:off x="4315633" y="3991598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l220"/>
            <p:cNvSpPr/>
            <p:nvPr/>
          </p:nvSpPr>
          <p:spPr>
            <a:xfrm>
              <a:off x="4483562" y="3991598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l221"/>
            <p:cNvSpPr/>
            <p:nvPr/>
          </p:nvSpPr>
          <p:spPr>
            <a:xfrm>
              <a:off x="4625585" y="3991598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l222"/>
            <p:cNvSpPr/>
            <p:nvPr/>
          </p:nvSpPr>
          <p:spPr>
            <a:xfrm>
              <a:off x="4748636" y="3991598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l223"/>
            <p:cNvSpPr/>
            <p:nvPr/>
          </p:nvSpPr>
          <p:spPr>
            <a:xfrm>
              <a:off x="4857192" y="3991598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l224"/>
            <p:cNvSpPr/>
            <p:nvPr/>
          </p:nvSpPr>
          <p:spPr>
            <a:xfrm>
              <a:off x="4954311" y="3991598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l225"/>
            <p:cNvSpPr/>
            <p:nvPr/>
          </p:nvSpPr>
          <p:spPr>
            <a:xfrm>
              <a:off x="5122394" y="3991598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l226"/>
            <p:cNvSpPr/>
            <p:nvPr/>
          </p:nvSpPr>
          <p:spPr>
            <a:xfrm>
              <a:off x="5328145" y="3991598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l227"/>
            <p:cNvSpPr/>
            <p:nvPr/>
          </p:nvSpPr>
          <p:spPr>
            <a:xfrm>
              <a:off x="5593449" y="3991598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7246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tx228"/>
            <p:cNvSpPr/>
            <p:nvPr/>
          </p:nvSpPr>
          <p:spPr>
            <a:xfrm>
              <a:off x="2798314" y="4070892"/>
              <a:ext cx="79107" cy="1022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229" name="tx229"/>
            <p:cNvSpPr/>
            <p:nvPr/>
          </p:nvSpPr>
          <p:spPr>
            <a:xfrm>
              <a:off x="3433334" y="4070892"/>
              <a:ext cx="79107" cy="1022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230" name="tx230"/>
            <p:cNvSpPr/>
            <p:nvPr/>
          </p:nvSpPr>
          <p:spPr>
            <a:xfrm>
              <a:off x="3805944" y="4069087"/>
              <a:ext cx="79107" cy="1040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231" name="tx231"/>
            <p:cNvSpPr/>
            <p:nvPr/>
          </p:nvSpPr>
          <p:spPr>
            <a:xfrm>
              <a:off x="4070635" y="4071309"/>
              <a:ext cx="79107" cy="1018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232" name="tx232"/>
            <p:cNvSpPr/>
            <p:nvPr/>
          </p:nvSpPr>
          <p:spPr>
            <a:xfrm>
              <a:off x="4276079" y="4070962"/>
              <a:ext cx="79107" cy="102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233" name="tx233"/>
            <p:cNvSpPr/>
            <p:nvPr/>
          </p:nvSpPr>
          <p:spPr>
            <a:xfrm>
              <a:off x="4444009" y="4069156"/>
              <a:ext cx="79107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234" name="tx234"/>
            <p:cNvSpPr/>
            <p:nvPr/>
          </p:nvSpPr>
          <p:spPr>
            <a:xfrm>
              <a:off x="4586032" y="4072629"/>
              <a:ext cx="79107" cy="1004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</a:t>
              </a:r>
            </a:p>
          </p:txBody>
        </p:sp>
        <p:sp>
          <p:nvSpPr>
            <p:cNvPr id="235" name="tx235"/>
            <p:cNvSpPr/>
            <p:nvPr/>
          </p:nvSpPr>
          <p:spPr>
            <a:xfrm>
              <a:off x="4709083" y="4069156"/>
              <a:ext cx="79107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236" name="tx236"/>
            <p:cNvSpPr/>
            <p:nvPr/>
          </p:nvSpPr>
          <p:spPr>
            <a:xfrm>
              <a:off x="4817638" y="4069156"/>
              <a:ext cx="79107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9</a:t>
              </a:r>
            </a:p>
          </p:txBody>
        </p:sp>
        <p:sp>
          <p:nvSpPr>
            <p:cNvPr id="237" name="tx237"/>
            <p:cNvSpPr/>
            <p:nvPr/>
          </p:nvSpPr>
          <p:spPr>
            <a:xfrm>
              <a:off x="4875204" y="4069156"/>
              <a:ext cx="158214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38" name="tx238"/>
            <p:cNvSpPr/>
            <p:nvPr/>
          </p:nvSpPr>
          <p:spPr>
            <a:xfrm>
              <a:off x="5043287" y="4070892"/>
              <a:ext cx="158214" cy="1022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239" name="tx239"/>
            <p:cNvSpPr/>
            <p:nvPr/>
          </p:nvSpPr>
          <p:spPr>
            <a:xfrm>
              <a:off x="5249038" y="4069156"/>
              <a:ext cx="158214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240" name="tx240"/>
            <p:cNvSpPr/>
            <p:nvPr/>
          </p:nvSpPr>
          <p:spPr>
            <a:xfrm>
              <a:off x="5514342" y="4069156"/>
              <a:ext cx="158214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241" name="tx241"/>
            <p:cNvSpPr/>
            <p:nvPr/>
          </p:nvSpPr>
          <p:spPr>
            <a:xfrm>
              <a:off x="3291763" y="4206663"/>
              <a:ext cx="1423094" cy="16469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Predicted lag time</a:t>
              </a:r>
            </a:p>
          </p:txBody>
        </p:sp>
        <p:sp>
          <p:nvSpPr>
            <p:cNvPr id="242" name="tx242"/>
            <p:cNvSpPr/>
            <p:nvPr/>
          </p:nvSpPr>
          <p:spPr>
            <a:xfrm rot="-5400000">
              <a:off x="906390" y="2516518"/>
              <a:ext cx="1442801" cy="1669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lag time</a:t>
              </a:r>
            </a:p>
          </p:txBody>
        </p:sp>
        <p:sp>
          <p:nvSpPr>
            <p:cNvPr id="243" name="tx243"/>
            <p:cNvSpPr/>
            <p:nvPr/>
          </p:nvSpPr>
          <p:spPr>
            <a:xfrm>
              <a:off x="2027764" y="880070"/>
              <a:ext cx="5111680" cy="1978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abess model on relaxed LASSO preselected variables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/>
  <cp:revision>9</cp:revision>
  <dcterms:created xsi:type="dcterms:W3CDTF">2015-07-14T21:05:00Z</dcterms:created>
  <dcterms:modified xsi:type="dcterms:W3CDTF">2023-12-04T22:00:50Z</dcterms:modified>
</cp:coreProperties>
</file>