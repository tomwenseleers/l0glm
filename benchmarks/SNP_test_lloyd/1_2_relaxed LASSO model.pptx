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325" y="-62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495425" y="836612"/>
            <a:ext cx="4572000" cy="3657600"/>
            <a:chOff x="1495425" y="836612"/>
            <a:chExt cx="4572000" cy="3657600"/>
          </a:xfrm>
        </p:grpSpPr>
        <p:sp>
          <p:nvSpPr>
            <p:cNvPr id="3" name="rc3"/>
            <p:cNvSpPr/>
            <p:nvPr/>
          </p:nvSpPr>
          <p:spPr>
            <a:xfrm>
              <a:off x="1495425" y="836612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495425" y="836612"/>
              <a:ext cx="45719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24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27764" y="1208385"/>
              <a:ext cx="3951092" cy="27832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3683637" y="281732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3677099" y="255443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4277445" y="289905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3720840" y="263355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3945220" y="257525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3825572" y="200128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3895912" y="261690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3623230" y="285326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634849" y="274365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499684" y="238996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683456" y="303500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583434" y="296457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628835" y="311475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3636043" y="261125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668303" y="278395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861229" y="282766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861148" y="258286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358811" y="324885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684482" y="298710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672426" y="312409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672389" y="303269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688971" y="326066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383381" y="295750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689893" y="268148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680777" y="297416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379352" y="310976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630336" y="250685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83302" y="326516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321021" y="292315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684492" y="247492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636259" y="325430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237451" y="29579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353052" y="293140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684226" y="294908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717252" y="249872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716365" y="236543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683628" y="262882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114069" y="233618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625634" y="304454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049810" y="215980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620828" y="329571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541429" y="22679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277856" y="217941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880458" y="260783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855449" y="299335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696943" y="303134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19184" y="257736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244029" y="299547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120308" y="19451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695397" y="279388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684527" y="307758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683171" y="321533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863375" y="278326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517690" y="301649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65284" y="286916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405903" y="226452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846407" y="241781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83947" y="269736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684416" y="283373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715256" y="224790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683887" y="248376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372612" y="28094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683178" y="261252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277752" y="136832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684377" y="298983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245790" y="303817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277715" y="210769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275706" y="315548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691923" y="318849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240322" y="284051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275703" y="308822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406367" y="153763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683646" y="25357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286796" y="189732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374965" y="323853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618676" y="308048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684620" y="260385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684696" y="281792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609298" y="330102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666810" y="322647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683735" y="288650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637360" y="2691859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682790" y="1964785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259882" y="251409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682260" y="312722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683373" y="3037749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677280" y="245104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255481" y="342661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666191" y="2839754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661248" y="258374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646141" y="299131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381262" y="371728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682107" y="2430435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275173" y="304980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648912" y="2696086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682979" y="2918501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683178" y="295136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277483" y="158343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tx104"/>
            <p:cNvSpPr/>
            <p:nvPr/>
          </p:nvSpPr>
          <p:spPr>
            <a:xfrm>
              <a:off x="3858942" y="1316267"/>
              <a:ext cx="238988" cy="89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test 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09793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4132574" y="1315711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223909" y="1280307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4273145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4307789" y="1368387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445192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4486568" y="1313796"/>
              <a:ext cx="140675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462724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4661888" y="1296258"/>
              <a:ext cx="931252" cy="10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test RMSE = 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559314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5627784" y="1313796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5873936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908580" y="1406242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3858942" y="1316267"/>
              <a:ext cx="238988" cy="89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test 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409793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4132574" y="1315711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4223909" y="1280307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4273145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4307789" y="1368387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445192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4486568" y="1313796"/>
              <a:ext cx="140675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62724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661888" y="1296258"/>
              <a:ext cx="931252" cy="10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test RMSE = 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559314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5627784" y="1313796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873936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5908580" y="1406242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858942" y="1316267"/>
              <a:ext cx="238988" cy="89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test 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409793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4132574" y="1315711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4223909" y="1280307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4273145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4307789" y="1368387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445192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4486568" y="1313796"/>
              <a:ext cx="140675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462724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4661888" y="1296258"/>
              <a:ext cx="931252" cy="10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test RMSE = 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559314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5627784" y="1313796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5873936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5908580" y="1406242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3507375" y="1446000"/>
              <a:ext cx="449940" cy="117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training 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395731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3991960" y="1472616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4083294" y="1437212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413253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4167175" y="1525292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4311309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4345953" y="1470640"/>
              <a:ext cx="140675" cy="92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43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4486629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4521273" y="1444456"/>
              <a:ext cx="114220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training RMSE = 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663478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5698122" y="1470701"/>
              <a:ext cx="175814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587393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5908580" y="1563147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3507375" y="1446000"/>
              <a:ext cx="449940" cy="117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training 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395731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3991960" y="1472616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083294" y="1437212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413253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4167175" y="1525292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4311309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4345953" y="1470640"/>
              <a:ext cx="140675" cy="92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43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4486629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4521273" y="1444456"/>
              <a:ext cx="114220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training RMSE = 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5663478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5698122" y="1470701"/>
              <a:ext cx="175814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587393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5908580" y="1563147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3507375" y="1446000"/>
              <a:ext cx="449940" cy="117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training 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395731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3991960" y="1472616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4083294" y="1437212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413253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4167175" y="1525292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4311309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4345953" y="1470640"/>
              <a:ext cx="140675" cy="92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43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4486629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4521273" y="1444456"/>
              <a:ext cx="114220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training RMSE = 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5663478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5698122" y="1470701"/>
              <a:ext cx="175814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587393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5908580" y="1563147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88" name="rc188"/>
            <p:cNvSpPr/>
            <p:nvPr/>
          </p:nvSpPr>
          <p:spPr>
            <a:xfrm>
              <a:off x="2027764" y="1208385"/>
              <a:ext cx="3951092" cy="2783212"/>
            </a:xfrm>
            <a:prstGeom prst="rect">
              <a:avLst/>
            </a:prstGeom>
            <a:ln w="17246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tx189"/>
            <p:cNvSpPr/>
            <p:nvPr/>
          </p:nvSpPr>
          <p:spPr>
            <a:xfrm>
              <a:off x="1868946" y="336962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868946" y="2922304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868946" y="2658026"/>
              <a:ext cx="79107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1868946" y="2473796"/>
              <a:ext cx="79107" cy="101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1868946" y="2328730"/>
              <a:ext cx="79107" cy="102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1868946" y="2208632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1868946" y="2112062"/>
              <a:ext cx="79107" cy="100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868946" y="2021910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868946" y="1945442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1789839" y="1877030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1789839" y="1760366"/>
              <a:ext cx="158214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1789839" y="1613695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1789839" y="1426810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02" name="pl202"/>
            <p:cNvSpPr/>
            <p:nvPr/>
          </p:nvSpPr>
          <p:spPr>
            <a:xfrm>
              <a:off x="1983481" y="342094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1983481" y="297363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1983481" y="271115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1983481" y="252470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1983481" y="237998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983481" y="226169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1983481" y="216165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1983481" y="207497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983481" y="199850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1983481" y="193009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1983481" y="181169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1983481" y="166675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983481" y="147987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2837868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3472887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3845497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4110188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4315633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4483562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4625585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4748636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4857192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4954311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5122394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5328145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5593449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2798314" y="407089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3433334" y="407089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3805944" y="4069087"/>
              <a:ext cx="79107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4070635" y="4071309"/>
              <a:ext cx="79107" cy="101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4276079" y="4070962"/>
              <a:ext cx="79107" cy="102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4444009" y="40691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4586032" y="4072629"/>
              <a:ext cx="79107" cy="100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4709083" y="40691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4817638" y="40691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4875204" y="406915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5043287" y="4070892"/>
              <a:ext cx="158214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5249038" y="406915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5514342" y="406915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3291763" y="4206663"/>
              <a:ext cx="1423094" cy="1646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lag time</a:t>
              </a:r>
            </a:p>
          </p:txBody>
        </p:sp>
        <p:sp>
          <p:nvSpPr>
            <p:cNvPr id="242" name="tx242"/>
            <p:cNvSpPr/>
            <p:nvPr/>
          </p:nvSpPr>
          <p:spPr>
            <a:xfrm rot="-5400000">
              <a:off x="906390" y="2516518"/>
              <a:ext cx="1442801" cy="1669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lag time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2027764" y="919867"/>
              <a:ext cx="2110993" cy="158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relaxed LASSO model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9</cp:revision>
  <dcterms:created xsi:type="dcterms:W3CDTF">2015-07-14T21:05:00Z</dcterms:created>
  <dcterms:modified xsi:type="dcterms:W3CDTF">2023-12-04T22:13:27Z</dcterms:modified>
</cp:coreProperties>
</file>