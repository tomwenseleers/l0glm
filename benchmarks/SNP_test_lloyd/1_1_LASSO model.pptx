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3721380" y="28173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760065" y="25544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078456" y="289905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791832" y="26335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835130" y="25752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851362" y="20012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896004" y="261690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691206" y="28532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681515" y="27436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676208" y="23899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721189" y="30350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50031" y="296457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578796" y="31147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683757" y="26112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755095" y="278395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43115" y="28276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43019" y="25828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39491" y="3248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722492" y="29871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628278" y="31240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28234" y="3032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24129" y="32606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24375" y="295750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724879" y="268148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716662" y="29741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83536" y="3109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93153" y="2506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720599" y="326516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84293" y="292315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80748" y="24749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01972" y="325430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32124" y="295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32289" y="29314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80228" y="294908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48368" y="24987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847230" y="236543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79316" y="26288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940644" y="233618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683206" y="304454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887993" y="215980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23663" y="329571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66458" y="226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079045" y="217941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75805" y="26078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89723" y="29933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40996" y="303134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44931" y="257736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320340" y="299547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16013" y="19451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32109" y="279388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80907" y="307758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720864" y="32153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75275" y="27832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17548" y="301649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65398" y="286916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06226" y="226452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22305" y="241781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721984" y="26973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22764" y="283373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20274" y="22479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21900" y="2483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97762" y="28094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720082" y="26125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078928" y="13683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22573" y="29898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67231" y="303817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86" y="2107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323840" y="31554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04235" y="318849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45176" y="284051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23803" y="308822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49891" y="153763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721348" y="25357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113804" y="189732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35381" y="323853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09893" y="308048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22893" y="260385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723003" y="28179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47571" y="33010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55369" y="322647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721681" y="288650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72373" y="26918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720035" y="196478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090620" y="251409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719137" y="31272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720700" y="303774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708010" y="245104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80806" y="34266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69683" y="283975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70817" y="25837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29844" y="29913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413098" y="371728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777055" y="24304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22957" y="304980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765754" y="26960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720480" y="29185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720932" y="295136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078577" y="15834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486568" y="1313796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507375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95731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991960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083294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13253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167175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31130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345953" y="1470640"/>
              <a:ext cx="140675" cy="92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486629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521273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6634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98122" y="1470701"/>
              <a:ext cx="175814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ln w="1724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1868946" y="336962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68946" y="2922304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68946" y="2658026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68946" y="247379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68946" y="2328730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68946" y="220863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68946" y="2112062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68946" y="2021910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68946" y="194544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789839" y="187703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789839" y="1760366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789839" y="161369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789839" y="142681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1983481" y="3420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983481" y="2973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983481" y="27111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983481" y="25247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983481" y="23799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983481" y="22616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983481" y="21616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983481" y="20749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83481" y="199850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983481" y="193009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983481" y="181169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983481" y="16667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983481" y="14798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3786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7288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84549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11018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315633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48356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2558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48636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19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954311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122394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32814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93449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79831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3333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805944" y="4069087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070635" y="40713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6079" y="4070962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44009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586032" y="4072629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709083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817638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75204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043287" y="4070892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9038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514342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3291763" y="4206663"/>
              <a:ext cx="1423094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lag time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906390" y="2516518"/>
              <a:ext cx="1442801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lag time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7764" y="919867"/>
              <a:ext cx="1351939" cy="158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LASSO model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2023-12-04T21:48:11Z</dcterms:modified>
</cp:coreProperties>
</file>