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7562850" cy="5330825"/>
  <p:notesSz cx="6858000" cy="9144000"/>
  <p:defaultTextStyle>
    <a:defPPr>
      <a:defRPr lang="en-US"/>
    </a:defPPr>
    <a:lvl1pPr marL="0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63113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526227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789341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052454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1315568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1578681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1841794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2104908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-1325" y="-62"/>
      </p:cViewPr>
      <p:guideLst>
        <p:guide orient="horz" pos="1679"/>
        <p:guide pos="23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214" y="1656014"/>
            <a:ext cx="6428422" cy="11426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4428" y="3020801"/>
            <a:ext cx="5293995" cy="136232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631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26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89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52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3155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786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417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1049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414" y="3425550"/>
            <a:ext cx="6428422" cy="1058761"/>
          </a:xfrm>
        </p:spPr>
        <p:txBody>
          <a:bodyPr anchor="t"/>
          <a:lstStyle>
            <a:lvl1pPr algn="l">
              <a:defRPr sz="23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414" y="2259433"/>
            <a:ext cx="6428422" cy="1166118"/>
          </a:xfrm>
        </p:spPr>
        <p:txBody>
          <a:bodyPr anchor="b"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63113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2622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8934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105245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31556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57868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84179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210490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9656" y="1243861"/>
            <a:ext cx="3623866" cy="351809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59570" y="1243861"/>
            <a:ext cx="3623866" cy="351809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3" y="213480"/>
            <a:ext cx="6806565" cy="888471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5" y="1193267"/>
            <a:ext cx="3341572" cy="497296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113" indent="0">
              <a:buNone/>
              <a:defRPr sz="1200" b="1"/>
            </a:lvl2pPr>
            <a:lvl3pPr marL="526227" indent="0">
              <a:buNone/>
              <a:defRPr sz="1100" b="1"/>
            </a:lvl3pPr>
            <a:lvl4pPr marL="789341" indent="0">
              <a:buNone/>
              <a:defRPr sz="900" b="1"/>
            </a:lvl4pPr>
            <a:lvl5pPr marL="1052454" indent="0">
              <a:buNone/>
              <a:defRPr sz="900" b="1"/>
            </a:lvl5pPr>
            <a:lvl6pPr marL="1315568" indent="0">
              <a:buNone/>
              <a:defRPr sz="900" b="1"/>
            </a:lvl6pPr>
            <a:lvl7pPr marL="1578681" indent="0">
              <a:buNone/>
              <a:defRPr sz="900" b="1"/>
            </a:lvl7pPr>
            <a:lvl8pPr marL="1841794" indent="0">
              <a:buNone/>
              <a:defRPr sz="900" b="1"/>
            </a:lvl8pPr>
            <a:lvl9pPr marL="2104908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8145" y="1690563"/>
            <a:ext cx="3341572" cy="307139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41824" y="1193267"/>
            <a:ext cx="3342886" cy="497296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113" indent="0">
              <a:buNone/>
              <a:defRPr sz="1200" b="1"/>
            </a:lvl2pPr>
            <a:lvl3pPr marL="526227" indent="0">
              <a:buNone/>
              <a:defRPr sz="1100" b="1"/>
            </a:lvl3pPr>
            <a:lvl4pPr marL="789341" indent="0">
              <a:buNone/>
              <a:defRPr sz="900" b="1"/>
            </a:lvl4pPr>
            <a:lvl5pPr marL="1052454" indent="0">
              <a:buNone/>
              <a:defRPr sz="900" b="1"/>
            </a:lvl5pPr>
            <a:lvl6pPr marL="1315568" indent="0">
              <a:buNone/>
              <a:defRPr sz="900" b="1"/>
            </a:lvl6pPr>
            <a:lvl7pPr marL="1578681" indent="0">
              <a:buNone/>
              <a:defRPr sz="900" b="1"/>
            </a:lvl7pPr>
            <a:lvl8pPr marL="1841794" indent="0">
              <a:buNone/>
              <a:defRPr sz="900" b="1"/>
            </a:lvl8pPr>
            <a:lvl9pPr marL="2104908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41824" y="1690563"/>
            <a:ext cx="3342886" cy="307139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5" y="212246"/>
            <a:ext cx="2488126" cy="903279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6865" y="212248"/>
            <a:ext cx="4227843" cy="454971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8145" y="1115526"/>
            <a:ext cx="2488126" cy="3646433"/>
          </a:xfrm>
        </p:spPr>
        <p:txBody>
          <a:bodyPr/>
          <a:lstStyle>
            <a:lvl1pPr marL="0" indent="0">
              <a:buNone/>
              <a:defRPr sz="800"/>
            </a:lvl1pPr>
            <a:lvl2pPr marL="263113" indent="0">
              <a:buNone/>
              <a:defRPr sz="700"/>
            </a:lvl2pPr>
            <a:lvl3pPr marL="526227" indent="0">
              <a:buNone/>
              <a:defRPr sz="600"/>
            </a:lvl3pPr>
            <a:lvl4pPr marL="789341" indent="0">
              <a:buNone/>
              <a:defRPr sz="500"/>
            </a:lvl4pPr>
            <a:lvl5pPr marL="1052454" indent="0">
              <a:buNone/>
              <a:defRPr sz="500"/>
            </a:lvl5pPr>
            <a:lvl6pPr marL="1315568" indent="0">
              <a:buNone/>
              <a:defRPr sz="500"/>
            </a:lvl6pPr>
            <a:lvl7pPr marL="1578681" indent="0">
              <a:buNone/>
              <a:defRPr sz="500"/>
            </a:lvl7pPr>
            <a:lvl8pPr marL="1841794" indent="0">
              <a:buNone/>
              <a:defRPr sz="500"/>
            </a:lvl8pPr>
            <a:lvl9pPr marL="2104908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372" y="3731578"/>
            <a:ext cx="4537710" cy="440534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82372" y="476319"/>
            <a:ext cx="4537710" cy="3198495"/>
          </a:xfrm>
        </p:spPr>
        <p:txBody>
          <a:bodyPr/>
          <a:lstStyle>
            <a:lvl1pPr marL="0" indent="0">
              <a:buNone/>
              <a:defRPr sz="1800"/>
            </a:lvl1pPr>
            <a:lvl2pPr marL="263113" indent="0">
              <a:buNone/>
              <a:defRPr sz="1600"/>
            </a:lvl2pPr>
            <a:lvl3pPr marL="526227" indent="0">
              <a:buNone/>
              <a:defRPr sz="1400"/>
            </a:lvl3pPr>
            <a:lvl4pPr marL="789341" indent="0">
              <a:buNone/>
              <a:defRPr sz="1200"/>
            </a:lvl4pPr>
            <a:lvl5pPr marL="1052454" indent="0">
              <a:buNone/>
              <a:defRPr sz="1200"/>
            </a:lvl5pPr>
            <a:lvl6pPr marL="1315568" indent="0">
              <a:buNone/>
              <a:defRPr sz="1200"/>
            </a:lvl6pPr>
            <a:lvl7pPr marL="1578681" indent="0">
              <a:buNone/>
              <a:defRPr sz="1200"/>
            </a:lvl7pPr>
            <a:lvl8pPr marL="1841794" indent="0">
              <a:buNone/>
              <a:defRPr sz="1200"/>
            </a:lvl8pPr>
            <a:lvl9pPr marL="2104908" indent="0">
              <a:buNone/>
              <a:defRPr sz="1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372" y="4172112"/>
            <a:ext cx="4537710" cy="625631"/>
          </a:xfrm>
        </p:spPr>
        <p:txBody>
          <a:bodyPr/>
          <a:lstStyle>
            <a:lvl1pPr marL="0" indent="0">
              <a:buNone/>
              <a:defRPr sz="800"/>
            </a:lvl1pPr>
            <a:lvl2pPr marL="263113" indent="0">
              <a:buNone/>
              <a:defRPr sz="700"/>
            </a:lvl2pPr>
            <a:lvl3pPr marL="526227" indent="0">
              <a:buNone/>
              <a:defRPr sz="600"/>
            </a:lvl3pPr>
            <a:lvl4pPr marL="789341" indent="0">
              <a:buNone/>
              <a:defRPr sz="500"/>
            </a:lvl4pPr>
            <a:lvl5pPr marL="1052454" indent="0">
              <a:buNone/>
              <a:defRPr sz="500"/>
            </a:lvl5pPr>
            <a:lvl6pPr marL="1315568" indent="0">
              <a:buNone/>
              <a:defRPr sz="500"/>
            </a:lvl6pPr>
            <a:lvl7pPr marL="1578681" indent="0">
              <a:buNone/>
              <a:defRPr sz="500"/>
            </a:lvl7pPr>
            <a:lvl8pPr marL="1841794" indent="0">
              <a:buNone/>
              <a:defRPr sz="500"/>
            </a:lvl8pPr>
            <a:lvl9pPr marL="2104908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39989" y="213483"/>
            <a:ext cx="1843445" cy="454847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9657" y="213483"/>
            <a:ext cx="5404287" cy="454847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8143" y="213480"/>
            <a:ext cx="6806565" cy="888471"/>
          </a:xfrm>
          <a:prstGeom prst="rect">
            <a:avLst/>
          </a:prstGeom>
        </p:spPr>
        <p:txBody>
          <a:bodyPr vert="horz" lIns="52622" tIns="26311" rIns="52622" bIns="26311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3" y="1243861"/>
            <a:ext cx="6806565" cy="3518098"/>
          </a:xfrm>
          <a:prstGeom prst="rect">
            <a:avLst/>
          </a:prstGeom>
        </p:spPr>
        <p:txBody>
          <a:bodyPr vert="horz" lIns="52622" tIns="26311" rIns="52622" bIns="2631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8142" y="4940888"/>
            <a:ext cx="1764665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3974" y="4940888"/>
            <a:ext cx="2394903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20043" y="4940888"/>
            <a:ext cx="1764665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26227" rtl="0" eaLnBrk="1" latinLnBrk="0" hangingPunct="1">
        <a:spcBef>
          <a:spcPct val="0"/>
        </a:spcBef>
        <a:buNone/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335" indent="-197335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27559" indent="-164446" algn="l" defTabSz="526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57784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20897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84011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447125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710238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973351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236465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263113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26227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89341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052454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315568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578681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841794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2104908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495425" y="836612"/>
            <a:ext cx="4572000" cy="3657600"/>
            <a:chOff x="1495425" y="836612"/>
            <a:chExt cx="4572000" cy="3657600"/>
          </a:xfrm>
        </p:grpSpPr>
        <p:sp>
          <p:nvSpPr>
            <p:cNvPr id="3" name="rc3"/>
            <p:cNvSpPr/>
            <p:nvPr/>
          </p:nvSpPr>
          <p:spPr>
            <a:xfrm>
              <a:off x="1495425" y="836612"/>
              <a:ext cx="4572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495425" y="836612"/>
              <a:ext cx="4571999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724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027764" y="1208385"/>
              <a:ext cx="3951092" cy="278321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t6"/>
            <p:cNvSpPr/>
            <p:nvPr/>
          </p:nvSpPr>
          <p:spPr>
            <a:xfrm>
              <a:off x="3730730" y="2817329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t7"/>
            <p:cNvSpPr/>
            <p:nvPr/>
          </p:nvSpPr>
          <p:spPr>
            <a:xfrm>
              <a:off x="3757908" y="255443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t8"/>
            <p:cNvSpPr/>
            <p:nvPr/>
          </p:nvSpPr>
          <p:spPr>
            <a:xfrm>
              <a:off x="4046727" y="2899059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t9"/>
            <p:cNvSpPr/>
            <p:nvPr/>
          </p:nvSpPr>
          <p:spPr>
            <a:xfrm>
              <a:off x="3786138" y="263355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t10"/>
            <p:cNvSpPr/>
            <p:nvPr/>
          </p:nvSpPr>
          <p:spPr>
            <a:xfrm>
              <a:off x="3815348" y="257525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t11"/>
            <p:cNvSpPr/>
            <p:nvPr/>
          </p:nvSpPr>
          <p:spPr>
            <a:xfrm>
              <a:off x="3826211" y="2001285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3902710" y="2616904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3682619" y="285326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3678885" y="274365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3649690" y="238996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3730550" y="303500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3560785" y="2964575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3605571" y="311475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3681124" y="261125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3753746" y="2783954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3747864" y="282766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747773" y="258286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351194" y="324885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3731807" y="298710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3656736" y="312409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656693" y="303269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3655913" y="3260667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503320" y="295750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728424" y="268148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726064" y="297416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400326" y="310976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692538" y="250685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729939" y="326516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379987" y="2923150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779035" y="2474924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597859" y="3254309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237124" y="295791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344252" y="293140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778513" y="294908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824002" y="249872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822903" y="2365434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777617" y="2628824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3921257" y="2336187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682528" y="3044543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871764" y="2159807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649301" y="3295719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661390" y="226791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4047303" y="217941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863317" y="260783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574865" y="299335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741181" y="303134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663464" y="2577364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322703" y="299547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976959" y="194511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731892" y="2793884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779200" y="3077583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730239" y="321533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887805" y="278326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612248" y="3016495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678325" y="2869169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403146" y="2264520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810615" y="2417815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731335" y="2697367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732106" y="2833733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713913" y="224790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731253" y="248376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476300" y="280941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3729403" y="2612529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047191" y="1368324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731908" y="298983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264766" y="303817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047151" y="210769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337302" y="3155485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720329" y="318849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340308" y="2840510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3337263" y="3088227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3985344" y="1537639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3730695" y="253571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4064069" y="1897323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353466" y="3238530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3634876" y="3080480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3732218" y="2603857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732325" y="281792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584527" y="330102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677175" y="322647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3731039" y="2886500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3668795" y="2691859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3729403" y="1964785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4042813" y="2514093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3728513" y="3127222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3730038" y="3037749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3717279" y="2451043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3278001" y="3426613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686780" y="2839754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685632" y="2583747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3800146" y="2991310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3411669" y="3717282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3775401" y="2430435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336429" y="3049802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3744673" y="2696086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3729854" y="2918501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730311" y="2951362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4046851" y="1583437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tx104"/>
            <p:cNvSpPr/>
            <p:nvPr/>
          </p:nvSpPr>
          <p:spPr>
            <a:xfrm>
              <a:off x="3858942" y="1316267"/>
              <a:ext cx="238988" cy="899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test 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4097930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4132574" y="1315711"/>
              <a:ext cx="91334" cy="90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4223909" y="1280307"/>
              <a:ext cx="49236" cy="636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4273145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4307789" y="1368387"/>
              <a:ext cx="144134" cy="37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= 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4451924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4486568" y="1313796"/>
              <a:ext cx="140675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49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4627244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4661888" y="1296258"/>
              <a:ext cx="931252" cy="1099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%, test RMSE = 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5593140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5627784" y="1313796"/>
              <a:ext cx="246152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0.61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5873936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5908580" y="1406242"/>
              <a:ext cx="7027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3858942" y="1316267"/>
              <a:ext cx="238988" cy="899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test 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4097930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4132574" y="1315711"/>
              <a:ext cx="91334" cy="90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4223909" y="1280307"/>
              <a:ext cx="49236" cy="636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4273145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4307789" y="1368387"/>
              <a:ext cx="144134" cy="37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= 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4451924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4486568" y="1313796"/>
              <a:ext cx="140675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49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4627244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4661888" y="1296258"/>
              <a:ext cx="931252" cy="1099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%, test RMSE = 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5593140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5627784" y="1313796"/>
              <a:ext cx="246152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0.61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5873936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5908580" y="1406242"/>
              <a:ext cx="7027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3858942" y="1316267"/>
              <a:ext cx="238988" cy="899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test 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4097930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4132574" y="1315711"/>
              <a:ext cx="91334" cy="90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4223909" y="1280307"/>
              <a:ext cx="49236" cy="636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4273145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4307789" y="1368387"/>
              <a:ext cx="144134" cy="37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= 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4451924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4486568" y="1313796"/>
              <a:ext cx="140675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49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4627244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4661888" y="1296258"/>
              <a:ext cx="931252" cy="1099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%, test RMSE = 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5593140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5627784" y="1313796"/>
              <a:ext cx="246152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0.61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5873936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5908580" y="1406242"/>
              <a:ext cx="7027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3437037" y="1446000"/>
              <a:ext cx="449940" cy="1171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training 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3886978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3921622" y="1472616"/>
              <a:ext cx="91334" cy="90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4012956" y="1437212"/>
              <a:ext cx="49236" cy="636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4062193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4096837" y="1525292"/>
              <a:ext cx="144134" cy="37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= 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4240971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4275615" y="1472245"/>
              <a:ext cx="140675" cy="909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41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4416291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4450935" y="1444456"/>
              <a:ext cx="1142204" cy="118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%, training RMSE = 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5593140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5627784" y="1470640"/>
              <a:ext cx="246152" cy="925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0.53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5873936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5908580" y="1563147"/>
              <a:ext cx="7027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3437037" y="1446000"/>
              <a:ext cx="449940" cy="1171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training 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3886978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3921622" y="1472616"/>
              <a:ext cx="91334" cy="90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4012956" y="1437212"/>
              <a:ext cx="49236" cy="636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4062193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4096837" y="1525292"/>
              <a:ext cx="144134" cy="37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= 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4240971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4275615" y="1472245"/>
              <a:ext cx="140675" cy="909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41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4416291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4450935" y="1444456"/>
              <a:ext cx="1142204" cy="118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%, training RMSE = 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5593140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5627784" y="1470640"/>
              <a:ext cx="246152" cy="925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0.53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5873936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5908580" y="1563147"/>
              <a:ext cx="7027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3437037" y="1446000"/>
              <a:ext cx="449940" cy="1171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training 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3886978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3921622" y="1472616"/>
              <a:ext cx="91334" cy="90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4012956" y="1437212"/>
              <a:ext cx="49236" cy="636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4062193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4096837" y="1525292"/>
              <a:ext cx="144134" cy="37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= 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4240971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81" name="tx181"/>
            <p:cNvSpPr/>
            <p:nvPr/>
          </p:nvSpPr>
          <p:spPr>
            <a:xfrm>
              <a:off x="4275615" y="1472245"/>
              <a:ext cx="140675" cy="909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41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4416291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4450935" y="1444456"/>
              <a:ext cx="1142204" cy="118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%, training RMSE = 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5593140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5627784" y="1470640"/>
              <a:ext cx="246152" cy="925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0.53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5873936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87" name="tx187"/>
            <p:cNvSpPr/>
            <p:nvPr/>
          </p:nvSpPr>
          <p:spPr>
            <a:xfrm>
              <a:off x="5908580" y="1563147"/>
              <a:ext cx="7027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</a:t>
              </a:r>
            </a:p>
          </p:txBody>
        </p:sp>
        <p:sp>
          <p:nvSpPr>
            <p:cNvPr id="188" name="rc188"/>
            <p:cNvSpPr/>
            <p:nvPr/>
          </p:nvSpPr>
          <p:spPr>
            <a:xfrm>
              <a:off x="2027764" y="1208385"/>
              <a:ext cx="3951092" cy="2783212"/>
            </a:xfrm>
            <a:prstGeom prst="rect">
              <a:avLst/>
            </a:prstGeom>
            <a:ln w="17246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tx189"/>
            <p:cNvSpPr/>
            <p:nvPr/>
          </p:nvSpPr>
          <p:spPr>
            <a:xfrm>
              <a:off x="1868946" y="3369622"/>
              <a:ext cx="79107" cy="102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1868946" y="2922304"/>
              <a:ext cx="79107" cy="102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1868946" y="2658026"/>
              <a:ext cx="79107" cy="1040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92" name="tx192"/>
            <p:cNvSpPr/>
            <p:nvPr/>
          </p:nvSpPr>
          <p:spPr>
            <a:xfrm>
              <a:off x="1868946" y="2473796"/>
              <a:ext cx="79107" cy="1018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1868946" y="2328730"/>
              <a:ext cx="79107" cy="102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1868946" y="2208632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1868946" y="2112062"/>
              <a:ext cx="79107" cy="1004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1868946" y="2021910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1868946" y="1945442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1789839" y="1877030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1789839" y="1760366"/>
              <a:ext cx="158214" cy="102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1789839" y="1613695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1789839" y="1426810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02" name="pl202"/>
            <p:cNvSpPr/>
            <p:nvPr/>
          </p:nvSpPr>
          <p:spPr>
            <a:xfrm>
              <a:off x="1983481" y="3420948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1983481" y="2973630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1983481" y="2711158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1983481" y="2524705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1983481" y="2379987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1983481" y="2261694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1983481" y="216165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1983481" y="2074972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1983481" y="1998504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1983481" y="1930092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1983481" y="181169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1983481" y="1666757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1983481" y="1479873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2837868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3472887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3845497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4110188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4315633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4483562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4625585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4748636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4857192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4954311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5122394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5328145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5593449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tx228"/>
            <p:cNvSpPr/>
            <p:nvPr/>
          </p:nvSpPr>
          <p:spPr>
            <a:xfrm>
              <a:off x="2798314" y="4070892"/>
              <a:ext cx="79107" cy="102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3433334" y="4070892"/>
              <a:ext cx="79107" cy="102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3805944" y="4069087"/>
              <a:ext cx="79107" cy="1040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4070635" y="4071309"/>
              <a:ext cx="79107" cy="1018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4276079" y="4070962"/>
              <a:ext cx="79107" cy="102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4444009" y="4069156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4586032" y="4072629"/>
              <a:ext cx="79107" cy="1004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4709083" y="4069156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4817638" y="4069156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4875204" y="4069156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38" name="tx238"/>
            <p:cNvSpPr/>
            <p:nvPr/>
          </p:nvSpPr>
          <p:spPr>
            <a:xfrm>
              <a:off x="5043287" y="4070892"/>
              <a:ext cx="158214" cy="102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239" name="tx239"/>
            <p:cNvSpPr/>
            <p:nvPr/>
          </p:nvSpPr>
          <p:spPr>
            <a:xfrm>
              <a:off x="5249038" y="4069156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40" name="tx240"/>
            <p:cNvSpPr/>
            <p:nvPr/>
          </p:nvSpPr>
          <p:spPr>
            <a:xfrm>
              <a:off x="5514342" y="4069156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41" name="tx241"/>
            <p:cNvSpPr/>
            <p:nvPr/>
          </p:nvSpPr>
          <p:spPr>
            <a:xfrm>
              <a:off x="3291763" y="4206663"/>
              <a:ext cx="1423094" cy="1646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lag time</a:t>
              </a:r>
            </a:p>
          </p:txBody>
        </p:sp>
        <p:sp>
          <p:nvSpPr>
            <p:cNvPr id="242" name="tx242"/>
            <p:cNvSpPr/>
            <p:nvPr/>
          </p:nvSpPr>
          <p:spPr>
            <a:xfrm rot="-5400000">
              <a:off x="906390" y="2516518"/>
              <a:ext cx="1442801" cy="1669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lag time</a:t>
              </a:r>
            </a:p>
          </p:txBody>
        </p:sp>
        <p:sp>
          <p:nvSpPr>
            <p:cNvPr id="243" name="tx243"/>
            <p:cNvSpPr/>
            <p:nvPr/>
          </p:nvSpPr>
          <p:spPr>
            <a:xfrm>
              <a:off x="2027764" y="919971"/>
              <a:ext cx="1233174" cy="1579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SCAD model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9</cp:revision>
  <dcterms:created xsi:type="dcterms:W3CDTF">2015-07-14T21:05:00Z</dcterms:created>
  <dcterms:modified xsi:type="dcterms:W3CDTF">2023-12-04T21:51:23Z</dcterms:modified>
</cp:coreProperties>
</file>