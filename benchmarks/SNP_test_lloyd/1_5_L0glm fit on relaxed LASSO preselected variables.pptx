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3589388" y="28173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597534" y="25544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657350" y="289905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666322" y="26335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164541" y="25752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935536" y="20012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902839" y="261690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578901" y="28532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592714" y="27436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21864" y="23899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589179" y="30350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57154" y="296457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581053" y="31147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592843" y="26112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81895" y="278395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964180" y="28276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964099" y="25828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15462" y="3248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90083" y="29871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93702" y="31240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93664" y="3032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22867" y="32606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23866" y="295750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623562" y="268148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88247" y="29741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15697" y="3109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65892" y="2506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89545" y="326516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250253" y="292315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89685" y="24749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90437" y="325430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06876" y="295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10245" y="29314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89685" y="294908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649191" y="24987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48421" y="236543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89351" y="26288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94025" y="233618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6802" y="304454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323710" y="215980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27021" y="329571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13351" y="226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657625" y="217941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945375" y="26078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245844" y="29933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25931" y="303134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24144" y="257736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46074" y="299547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399850" y="19451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33371" y="279388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89572" y="307758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88882" y="32153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95718" y="27832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416289" y="301649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35572" y="286916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03088" y="226452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928410" y="241781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89392" y="26973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89573" y="283373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37192" y="22479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89351" y="2483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330826" y="28094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89893" y="26125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57516" y="13683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89719" y="29898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11321" y="303817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657476" y="2107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147036" y="31554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19438" y="318849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134267" y="284051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147075" y="308822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32268" y="153763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89450" y="25357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739121" y="189732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32739" y="323853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39161" y="308048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89917" y="260385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89968" y="28179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21343" y="33010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01482" y="322647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89250" y="288650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10606" y="26918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88984" y="196478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701420" y="251409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88804" y="31272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89593" y="303774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590523" y="245104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18250" y="34266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99145" y="283975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96228" y="25837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84910" y="29913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335725" y="371728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588430" y="24304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146828" y="304980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83654" y="26960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88890" y="29185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88811" y="295136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657290" y="15834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ln w="1724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1868946" y="336962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68946" y="2922304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68946" y="2658026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68946" y="247379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68946" y="2328730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68946" y="220863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68946" y="2112062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68946" y="2021910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68946" y="194544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789839" y="187703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789839" y="1760366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789839" y="161369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789839" y="142681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1983481" y="3420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983481" y="2973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983481" y="27111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983481" y="25247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983481" y="23799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983481" y="22616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983481" y="21616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983481" y="20749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83481" y="199850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983481" y="193009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983481" y="181169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983481" y="16667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983481" y="14798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3786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7288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84549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11018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315633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48356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2558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48636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19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954311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122394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32814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93449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79831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3333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805944" y="4069087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070635" y="40713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6079" y="4070962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44009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586032" y="4072629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709083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817638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75204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043287" y="4070892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9038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514342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3291763" y="4206663"/>
              <a:ext cx="1423094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lag time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906390" y="2516518"/>
              <a:ext cx="1442801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lag time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7764" y="877570"/>
              <a:ext cx="4708296" cy="200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L0glm fit on relaxed LASSO preselected variables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2023-12-04T22:07:53Z</dcterms:modified>
</cp:coreProperties>
</file>